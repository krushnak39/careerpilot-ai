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F092-3D1A-3A1F-49A8-A85B25D0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2F3FE-0788-9F6B-F00E-FF78AA42E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8470-8212-436C-FAC4-7B024FF0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09E98-01E9-4612-E383-EB710DD3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38EF-9D5E-45F3-4FD7-DBAF5602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82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803A-4D78-1D2F-791E-927ACE46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4F19A-9299-3348-2EBB-B1F52393D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4F024-E108-C0BB-F3D5-1018AE50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34FBD-2427-AA31-16B6-9653D33D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00625-145C-C2F8-A40A-195CBF81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5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B1F3-CB8D-FFAE-10DA-3EA490D70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30D73-7CFB-6A11-3FB4-A3DB22287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68A9-ED49-5044-5D89-0064B3F6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174D-21E9-7FBF-6281-4DE21253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25E9-B8A2-1604-A876-59A62FD8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40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436C-F55F-E7F6-6FDE-863BE294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73B6C-6F06-DD27-7652-1EE23A68E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3CE15-7B61-94E0-48DA-DE49B8425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1AE2D-C0AA-006A-4300-5EEF22A4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4F1FA-38C4-0383-C0DF-AA5A8352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B8AFD-097B-3FA9-0F05-FF6DA96B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43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29165-C63D-C0F3-0627-41153D74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24731-29ED-1BC8-D89D-63B51F14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7BAC5-840E-F270-451E-9D0B2EAFA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30183D-5115-479F-31FC-289907ED4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83D7F-E01F-557C-2507-79678501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66196-66FA-48A7-5F3E-C7D5602F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7335C-F2C3-C224-876E-C8D4AEF8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4D8A3-CF49-FFF9-59D2-EEC4AFF3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2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6C52-0950-289A-A65F-0A711A8B8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D7E4B-1506-9980-70E6-D44D83168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57B0A-3872-8848-B8A7-87C134A9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5478E-9FF3-07A6-B775-2F76759D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0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112F75-CD62-5A7A-69DA-A3705F33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04CFC-531C-6E52-F5AE-639BC803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49FF6-6FEA-C8C4-054F-664D9C39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4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2FE2-BC7B-FA6B-3259-8A45A2EA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86E4-FB52-2072-2CDE-CEE500E5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62CB1-1589-5405-F347-75F132453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D7F88-C714-22F8-80CC-7E5E192B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F325F-82B2-8628-EB24-09DA22E7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52915-C3A7-02E3-16AA-9489B8A29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3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FB1B-F2E9-B088-0140-1A043695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78B95-4F8A-004D-7BBA-3D0C6DE38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FE981-0239-F413-300A-9ED51609B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B4141-1337-1BE6-BA47-4524FB08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1E3AC-A982-2663-69D7-C089ECAA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2BEA6-5B85-D81E-081C-4C7E4332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25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A39E-2866-EEDC-955F-D463E582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FBE8E-2FB1-3407-5298-6A83C08A3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EE93-409F-D505-8F7F-BEB7DDAE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7F64D-C0C6-4484-C405-E7C57EED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0D20-9EA1-12FC-0CB1-373FD155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05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22A2C0-3CB1-EFB4-3D6F-89D2AC9D0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3E1FF-1A58-5696-7EB9-40E9E0ABA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5C6C4-EDB7-5B53-BC3D-D652A3CA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59A29-41E7-11FA-F1B3-2FB7966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6D318-2410-5181-C92A-FAB65B0B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03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72144-11A4-A0EA-1182-E0ABF92D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D81D9-262A-DF61-9A60-CCCD426C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07C77-6250-AEB4-468C-7B5A6969A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0C22D-D633-404A-A28B-982311DEE3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BCDBE-8F6F-DCE4-42E2-1CCD2D2A9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222F2-92B7-15C8-34A0-CF89D7A33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D898C-729B-4A9F-92CC-B354731F9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53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47CD31-1517-E385-229C-A6B726748D33}"/>
              </a:ext>
            </a:extLst>
          </p:cNvPr>
          <p:cNvSpPr txBox="1"/>
          <p:nvPr/>
        </p:nvSpPr>
        <p:spPr>
          <a:xfrm>
            <a:off x="2148840" y="1225296"/>
            <a:ext cx="68304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is a programming language.</a:t>
            </a:r>
          </a:p>
          <a:p>
            <a:r>
              <a:rPr lang="en-US" dirty="0" err="1"/>
              <a:t>FastAPI</a:t>
            </a:r>
            <a:r>
              <a:rPr lang="en-US" dirty="0"/>
              <a:t> is a Python framework used for building APIs.</a:t>
            </a:r>
          </a:p>
          <a:p>
            <a:r>
              <a:rPr lang="en-US" dirty="0"/>
              <a:t>REST APIs use HTTP methods such as GET, POST, PUT, and DELETE.</a:t>
            </a:r>
          </a:p>
          <a:p>
            <a:r>
              <a:rPr lang="en-US"/>
              <a:t>AWS provides cloud computing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71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manishkule044@gmail.com</dc:creator>
  <cp:lastModifiedBy>manishkule044@gmail.com</cp:lastModifiedBy>
  <cp:revision>1</cp:revision>
  <dcterms:created xsi:type="dcterms:W3CDTF">2026-08-15T12:43:53Z</dcterms:created>
  <dcterms:modified xsi:type="dcterms:W3CDTF">2026-08-15T12:44:13Z</dcterms:modified>
</cp:coreProperties>
</file>